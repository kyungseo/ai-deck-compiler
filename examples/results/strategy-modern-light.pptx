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21824" y="25603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21824" y="256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2648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Product Strategy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406140" y="2907792"/>
            <a:ext cx="5376672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2461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선택과 집중, 차별화, 지속 가능한 성장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39319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· Engineering ·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 (Kyungseo.Park@gmail.com)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2004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69848" y="2459736"/>
            <a:ext cx="3657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현황과 Adoption Signal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7032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9912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29912" y="2459736"/>
            <a:ext cx="3657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912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전략 우선순위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7096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9976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9976" y="2459736"/>
            <a:ext cx="3657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9976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과제와 실행 순서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" y="4128516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9848" y="4713732"/>
            <a:ext cx="3657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841748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인력 배분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7032" y="4128516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9912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29912" y="4713732"/>
            <a:ext cx="3657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9912" y="4841748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의사결정 사항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38988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Context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874520"/>
            <a:ext cx="109728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AI-native tooling이 developer workflow를 빠르게 재편하고 있으며, 현재 onboarding 모델이 이 속도를 따라가지 못하고 있다.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경쟁사와의 feature gap은 빠르게 좁혀지고 있어, 차별화 포인트는 workflow depth와 신뢰로 이동해야 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수요가 본격화되고 있으며, compliance, SSO, audit logging은 이제 기본 요건이다.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Self-serve 전환율은 정체 상태이며, onboarding friction이 가장 큰 conversion blocker로 확인됐다.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agent 기반 워크플로우 자동화가 mainstream으로 진입하면서 productivity tool 시장이 빠르게 재편되고 있다.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SaaS pricing model이 seat-based에서 usage-based로 전환되는 흐름이 가속화되고 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984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Position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947672"/>
            <a:ext cx="25374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1264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+42% YoY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Monthly Active Users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442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4428" y="1947672"/>
            <a:ext cx="25374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442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42442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+31% YoY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442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Accounts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947672"/>
            <a:ext cx="25374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6.2%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23620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-1.1% vs target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Self-serve Conversion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4798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47988" y="1947672"/>
            <a:ext cx="25374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798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904798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+3% YoY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4798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 Revenue Retention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8412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 Decision — Build vs. Partner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8745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87452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In-House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Roadmap과 pricing에 대한 완전한 통제권 확보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797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기존 data model과 깊은 통합 가능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1810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Revenue share 없음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456432"/>
            <a:ext cx="5065776" cy="0"/>
          </a:xfrm>
          <a:prstGeom prst="line">
            <a:avLst/>
          </a:prstGeom>
          <a:noFill/>
          <a:ln w="12700">
            <a:solidFill>
              <a:srgbClr val="E0E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935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Feature parity까지 6–9개월 소요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Senior security engineer 2명 추가 필요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0488" y="18745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0488" y="187452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Partner with Vendor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441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8주 내 production-ready 상태 달성 가능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7797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SOC 2 certification 유지를 벤더가 담당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118104"/>
            <a:ext cx="5065776" cy="0"/>
          </a:xfrm>
          <a:prstGeom prst="line">
            <a:avLst/>
          </a:prstGeom>
          <a:noFill/>
          <a:ln w="12700">
            <a:solidFill>
              <a:srgbClr val="E0E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2552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Revenue share 발생 (예상 12–15%)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5935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Vendor roadmap 의존성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" y="562356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56235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► 2026년은 파트너십으로 진입하고, 2027년 내재화 여부를 재검토한다.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7498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 Priorities — 2026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874520"/>
            <a:ext cx="6364224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Roadmap을 세 가지 핵심 과제로 집중한다: onboarding 개선, enterprise readiness, workflow depth.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deal blocker는 partner-first compliance path로 먼저 해소하고, 2027년 내재화 옵션을 유지한다.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분기별 리뷰 지표는 activation, conversion, expansion 세 가지로 단순화한다.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B4B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역량과 시장 속도를 고려한 현실적인 12개월 실행 계획을 수립한다.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51192" y="1874520"/>
            <a:ext cx="4197096" cy="4251960"/>
          </a:xfrm>
          <a:prstGeom prst="roundRect">
            <a:avLst>
              <a:gd name="adj" fmla="val 217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51192" y="1874520"/>
            <a:ext cx="4197096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51192" y="1874520"/>
            <a:ext cx="4197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2724912"/>
            <a:ext cx="219456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2724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63256" y="242316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Self-serve onboarding 개선으로 전환 성장의 병목을 제거한다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52360" y="3547872"/>
            <a:ext cx="219456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3547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63256" y="324612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Compliance partnership으로 Enterprise deal blocker를 해소하고 tier를 가속화한다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4370832"/>
            <a:ext cx="219456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4370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63256" y="406908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개의 과제보다 세 개의 깊은 과제에 집중한다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52360" y="5193792"/>
            <a:ext cx="219456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51937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63256" y="489204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Usage-based pricing 전환 로드맵을 수립하고 장기 경쟁력을 확보한다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ai-deck-compiler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Product Strategy</dc:title>
  <dc:subject>2026 Product Strategy — Executive Team</dc:subject>
  <dc:creator>ai-deck-compiler (Kyungseo.Park@gmail.com)</dc:creator>
  <cp:lastModifiedBy>ai-deck-compiler (Kyungseo.Park@gmail.com)</cp:lastModifiedBy>
  <cp:revision>1</cp:revision>
  <dcterms:created xsi:type="dcterms:W3CDTF">2026-05-31T15:45:57Z</dcterms:created>
  <dcterms:modified xsi:type="dcterms:W3CDTF">2026-05-31T15:45:57Z</dcterms:modified>
</cp:coreProperties>
</file>