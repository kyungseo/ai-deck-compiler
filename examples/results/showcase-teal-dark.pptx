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4FAE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9BA0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AE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B5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4D39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9BA0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A90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프로젝트의 목표는 ‘예쁜 초안’이 아니라 검증 가능하고 다시 생성 가능한 presentation artifact다.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3030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E2124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8A9098"/>
          </a:solidFill>
          <a:ln w="12700">
            <a:solidFill>
              <a:srgbClr val="8A9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2D3235"/>
          </a:solidFill>
          <a:ln w="12700">
            <a:solidFill>
              <a:srgbClr val="2A303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59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AE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사람이 결과를 보고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2D3235"/>
          </a:solidFill>
          <a:ln w="19050">
            <a:solidFill>
              <a:srgbClr val="2D6B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8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9BA0A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0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2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30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2D6B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6B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3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BA0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2D3235"/>
          </a:solidFill>
          <a:ln w="12700">
            <a:solidFill>
              <a:srgbClr val="2D32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242829"/>
          </a:solidFill>
          <a:ln w="12700">
            <a:solidFill>
              <a:srgbClr val="2428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2D3235"/>
          </a:solidFill>
          <a:ln w="9525">
            <a:solidFill>
              <a:srgbClr val="3A4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4FAE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0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D6B5E"/>
          </a:solidFill>
          <a:ln w="12700">
            <a:solidFill>
              <a:srgbClr val="2D6B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2026-06-01T23:33:24Z</dcterms:created>
  <dcterms:modified xsi:type="dcterms:W3CDTF">2026-06-01T23:33:24Z</dcterms:modified>
</cp:coreProperties>
</file>