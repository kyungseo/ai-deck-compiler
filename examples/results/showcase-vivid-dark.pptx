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7B6CF6"/>
            </a:solidFill>
            <a:ln w="25400" cap="flat">
              <a:solidFill>
                <a:srgbClr val="7B6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6CF6"/>
              </a:solidFill>
              <a:ln w="9525" cap="flat">
                <a:solidFill>
                  <a:srgbClr val="7B6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984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6984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47032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2991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9912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07096" y="1874520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997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997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9976" y="2587752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86968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984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6984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47032" y="4128516"/>
            <a:ext cx="330403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991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2991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9912" y="4841748"/>
            <a:ext cx="293827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874520"/>
            <a:ext cx="109728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349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49240" cy="438912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1956816"/>
            <a:ext cx="73152" cy="274320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53492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28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6128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" y="3739896"/>
            <a:ext cx="53492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349240" cy="438912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3492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3492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61264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42442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442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442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42442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442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47988" y="1947672"/>
            <a:ext cx="2537460" cy="4114800"/>
          </a:xfrm>
          <a:prstGeom prst="roundRect">
            <a:avLst>
              <a:gd name="adj" fmla="val 360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47988" y="1947672"/>
            <a:ext cx="25374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47988" y="2450592"/>
            <a:ext cx="25374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9047988" y="3822192"/>
            <a:ext cx="25374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47988" y="5376672"/>
            <a:ext cx="25374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12648" y="1874520"/>
          <a:ext cx="109728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216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792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792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7566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208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441448" y="258318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6576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6576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184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36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336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336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8745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118104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359359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50657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562356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" y="56235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874520"/>
            <a:ext cx="6364224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1192" y="1874520"/>
            <a:ext cx="4197096" cy="4251960"/>
          </a:xfrm>
          <a:prstGeom prst="roundRect">
            <a:avLst>
              <a:gd name="adj" fmla="val 217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51192" y="1874520"/>
            <a:ext cx="4197096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51192" y="1874520"/>
            <a:ext cx="4197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63256" y="242316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63256" y="324612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63256" y="4069080"/>
            <a:ext cx="35387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2026-06-01T04:05:16Z</dcterms:created>
  <dcterms:modified xsi:type="dcterms:W3CDTF">2026-06-01T04:05:16Z</dcterms:modified>
</cp:coreProperties>
</file>