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7B6CF6"/>
            </a:solidFill>
            <a:ln w="25400" cap="flat">
              <a:solidFill>
                <a:srgbClr val="7B6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6CF6"/>
              </a:solidFill>
              <a:ln w="9525" cap="flat">
                <a:solidFill>
                  <a:srgbClr val="7B6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1C1F35"/>
          </a:solidFill>
          <a:ln w="9525">
            <a:solidFill>
              <a:srgbClr val="3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2026-06-01T05:38:17Z</dcterms:created>
  <dcterms:modified xsi:type="dcterms:W3CDTF">2026-06-01T05:38:17Z</dcterms:modified>
</cp:coreProperties>
</file>