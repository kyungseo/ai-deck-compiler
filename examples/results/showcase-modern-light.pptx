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 by day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4B4B5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May 30</c:v>
                  </c:pt>
                  <c:pt idx="1">
                    <c:v>May 31</c:v>
                  </c:pt>
                  <c:pt idx="2">
                    <c:v>Jun 01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33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4B4B5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Cleanup load index</c:v>
                </c:pt>
              </c:strCache>
            </c:strRef>
          </c:tx>
          <c:spPr>
            <a:solidFill>
              <a:srgbClr val="4F46E5"/>
            </a:solidFill>
            <a:ln w="25400" cap="flat">
              <a:solidFill>
                <a:srgbClr val="4F46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4B4B5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Draft</c:v>
                  </c:pt>
                  <c:pt idx="1">
                    <c:v>Review</c:v>
                  </c:pt>
                  <c:pt idx="2">
                    <c:v>Preview</c:v>
                  </c:pt>
                  <c:pt idx="3">
                    <c:v>Final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64</c:v>
                </c:pt>
                <c:pt idx="2">
                  <c:v>38</c:v>
                </c:pt>
                <c:pt idx="3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4B4B5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046220" y="2907792"/>
            <a:ext cx="4096512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자연어를 의미 기반 blueprint로 바꾸고, editable PPTX로 컴파일한다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Blueprint Planning · Editable PowerPoint · Preset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02412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00.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볼 것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bullet deck 생성만으로는 부족한가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1792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467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4672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4672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ai-deck-compiler가 blueprint 품질을 다루는 방식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2336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521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05216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5216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slide type과 preset 결과물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" y="4128516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4128" y="4713732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841748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 workflow와 검증 루프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1792" y="4128516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467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4672" y="4713732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4672" y="4841748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showcase 결과물이 갖춰야 할 기준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Prompt To Deck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결과물은 편집 가능한 구조다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105156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요청은 narrative spine과 slide plan으로 먼저 정리된다.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수치, 구조, 결정, 요약은 각각 KPI, chart, architecture, decision, summary로 승격된다.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이미지가 아니라 텍스트, 표, 차트, 도형으로 편집 가능한 PowerPoint다.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CONTRAST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Bullet-first와 Blueprint-first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73152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 DECK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73152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BLUEPRINT-FIRST DECK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774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내용을 비슷한 bullet slide로 압축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chart와 architecture가 수동 후처리로 밀림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디자인과 구조가 prompt마다 흔들림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기준이 주관적 시각 확인에 머무름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3368" y="23774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내용의 성격에 맞는 slide type을 먼저 선택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schema가 chart, table, diagram data를 보존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token으로 일관된 visual system 적용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validate, deck, preview 루프로 검증 가능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의미에 맞는 표현을 고른다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74520"/>
            <a:ext cx="5120640" cy="4389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956816"/>
            <a:ext cx="731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입력만 보는 방식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" y="2423160"/>
            <a:ext cx="5120640" cy="658368"/>
          </a:xfrm>
          <a:prstGeom prst="rect">
            <a:avLst/>
          </a:prstGeom>
          <a:solidFill>
            <a:srgbClr val="F0F0F2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2551176"/>
            <a:ext cx="292608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242316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“요약해줘”를 여러 bullet로 변환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8408" y="3209544"/>
            <a:ext cx="292608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308152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문장을 모두 같은 레벨로 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3739896"/>
            <a:ext cx="5120640" cy="658368"/>
          </a:xfrm>
          <a:prstGeom prst="rect">
            <a:avLst/>
          </a:prstGeom>
          <a:solidFill>
            <a:srgbClr val="F0F0F2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" y="3867912"/>
            <a:ext cx="292608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73989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수치와 흐름을 텍스트에 묻어둠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6208" y="1874520"/>
            <a:ext cx="512064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1956816"/>
            <a:ext cx="731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87452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의미를 보는 방식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6208" y="2423160"/>
            <a:ext cx="512064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42316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KPI와 chart로 승격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08152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문장은 recommendation으로 분리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36208" y="3739896"/>
            <a:ext cx="512064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373989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관계는 architecture로 구조화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CAPABILITY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자료의 기본 블록을 지원한다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47672"/>
            <a:ext cx="24231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4124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P1 + P2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3872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947672"/>
            <a:ext cx="24231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53872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parser/render/snapshot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4231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teal/vivid/modern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3368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3688" y="1947672"/>
            <a:ext cx="24231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893368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tracked PPTX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3368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Sets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6642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BUILD 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이력은 빠르게 누적됐다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41248" y="1874520"/>
          <a:ext cx="10515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QUALITY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구조화는 후처리 부담을 줄인다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41248" y="1874520"/>
          <a:ext cx="10515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It Works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Planning과 rendering을 분리한다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93848" y="2583180"/>
            <a:ext cx="3505200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37978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55504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4000500"/>
            <a:ext cx="3505200" cy="914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7303008" y="38176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73030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4248" y="4000500"/>
            <a:ext cx="9144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90556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blueprint.yaml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76088" y="5120640"/>
            <a:ext cx="1645920" cy="594360"/>
          </a:xfrm>
          <a:prstGeom prst="can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81288" y="3703320"/>
            <a:ext cx="164592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작성과 검토를 하나의 루프로 묶는다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93848" y="2583180"/>
            <a:ext cx="3505200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6099048" y="4000500"/>
            <a:ext cx="3505200" cy="914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 flipH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099048" y="5417820"/>
            <a:ext cx="3505200" cy="914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 flipH="1" flipV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Brief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76088" y="5120640"/>
            <a:ext cx="1645920" cy="594360"/>
          </a:xfrm>
          <a:prstGeom prst="cloud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81288" y="5120640"/>
            <a:ext cx="164592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Loop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PRESETS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구조를 다른 톤으로 바꾼다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Preset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case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workflow 기본 추천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차분한 technical executive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vivid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데모와 feature showcase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강한 accent와 callout bar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modern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light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보고와 공유 문서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4B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밝고 보수적인 office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주기로 품질을 쌓았다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3490265"/>
            <a:ext cx="10241280" cy="0"/>
          </a:xfrm>
          <a:prstGeom prst="line">
            <a:avLst/>
          </a:prstGeom>
          <a:noFill/>
          <a:ln w="25400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0552" y="3362249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58568" y="3362249"/>
            <a:ext cx="0" cy="25603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 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 schema, renderer, CLI, metadata 기반 구축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0872" y="3362249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18888" y="3362249"/>
            <a:ext cx="0" cy="25603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expansion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016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create/review/export skills, examples, architecture slide 강화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51192" y="3362249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7379208" y="3362249"/>
            <a:ext cx="0" cy="25603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 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teal/vivid/modern, results tracking, semantic planning 강화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11512" y="3362249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939528" y="3362249"/>
            <a:ext cx="0" cy="25603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080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Showcase results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080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소개 deck을 examples/results 대표 산출물로 승격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산출물은 제품을 보여줘야 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745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745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Generic 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일반적인 비즈니스 deck처럼 읽기 쉽다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797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도메인 지식 없이 빠르게 이해된다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118104"/>
            <a:ext cx="4837176" cy="0"/>
          </a:xfrm>
          <a:prstGeom prst="line">
            <a:avLst/>
          </a:prstGeom>
          <a:noFill/>
          <a:ln w="12700">
            <a:solidFill>
              <a:srgbClr val="E0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5526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제품의 실제 강점을 직접 보여주기 어렵다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9359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preset과 slide type coverage가 약하게 드러난다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18745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8745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8745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showcase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첫 화면에서 제품 가치를 바로 설명한다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7797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preset 차이와 slide type coverage를 함께 보여준다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18104"/>
            <a:ext cx="4837176" cy="0"/>
          </a:xfrm>
          <a:prstGeom prst="line">
            <a:avLst/>
          </a:prstGeom>
          <a:noFill/>
          <a:ln w="12700">
            <a:solidFill>
              <a:srgbClr val="E0E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5526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예제 자체의 메시지 설계가 더 중요해진다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56235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6235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대표 산출물은 제품 자체의 작성 경험과 결과 품질을 보여주는 showcase deck으로 둔다.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판단과 안정적 출력의 결합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609904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source를 읽고 slide type, component, emphasis를 선택한다.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Compiler는 blueprint와 preset token을 기반으로 재현 가능한 PPTX를 만든다.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Preview와 review loop가 deck 품질을 사람이 확인할 수 있는 단계로 만든다.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14616" y="1874520"/>
            <a:ext cx="4005072" cy="4251960"/>
          </a:xfrm>
          <a:prstGeom prst="roundRect">
            <a:avLst>
              <a:gd name="adj" fmla="val 228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14616" y="1874520"/>
            <a:ext cx="4005072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14616" y="187452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15784" y="272491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15784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26680" y="242316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요청을 편집 가능한 PowerPoint 구조로 바꾼다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15784" y="354787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26680" y="324612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blueprint를 여러 preset으로 재사용할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15784" y="437083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26680" y="406908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examples/results는 제품 기능을 보여주는 살아있는 showcase가 된다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Regeneration commands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10698480" cy="192024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74520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examples/results/showcase-teal-dark.blueprint.yaml --output examples/results/showcase-teal-dark.pptx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examples/results/showcase-vivid-dark.blueprint.yaml --output examples/results/showcase-vivid-dark.pptx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examples/results/showcase-modern-light.blueprint.yaml --output examples/results/showcase-modern-light.pptx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preview -- examples/results/showcase-teal-dark.pptx --out temp/showcase-teal-preview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3995928"/>
            <a:ext cx="1097280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vivid/modern: 같은 명령에서 파일명과 --out 경로만 vivid 또는 modern으로 바꾼다.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194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showcase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2648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Decks as structured artifacts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21308" y="3703320"/>
            <a:ext cx="9546336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959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Prompt로 시작해도 결과는 검증 가능한 blueprint와 editable PPTX로 남는다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ai-deck-compiler Showcase</dc:title>
  <dc:subject>ai-deck-compiler Showcase — Product, Engineering, and AI Workflow Leads</dc:subject>
  <dc:creator>ai-deck-compiler</dc:creator>
  <cp:lastModifiedBy>ai-deck-compiler</cp:lastModifiedBy>
  <cp:revision>1</cp:revision>
  <dcterms:created xsi:type="dcterms:W3CDTF">2026-06-01T05:38:17Z</dcterms:created>
  <dcterms:modified xsi:type="dcterms:W3CDTF">2026-06-01T05:38:17Z</dcterms:modified>
</cp:coreProperties>
</file>