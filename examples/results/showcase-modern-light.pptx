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Non-merge commits</c:v>
                </c:pt>
              </c:strCache>
            </c:strRef>
          </c:tx>
          <c:spPr>
            <a:solidFill>
              <a:srgbClr val="4F46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4B4B5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F46E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C3AE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 30</c:v>
                  </c:pt>
                  <c:pt idx="1">
                    <c:v>May 31</c:v>
                  </c:pt>
                  <c:pt idx="2">
                    <c:v>Jun 01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24</c:v>
                </c:pt>
                <c:pt idx="2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4B4B5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Local LOC</c:v>
                </c:pt>
              </c:strCache>
            </c:strRef>
          </c:tx>
          <c:spPr>
            <a:solidFill>
              <a:srgbClr val="4F46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4B4B5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F46E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C3AE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Engine src</c:v>
                  </c:pt>
                  <c:pt idx="1">
                    <c:v>AI skills</c:v>
                  </c:pt>
                  <c:pt idx="2">
                    <c:v>Examples</c:v>
                  </c:pt>
                  <c:pt idx="3">
                    <c:v>Tests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4725</c:v>
                </c:pt>
                <c:pt idx="1">
                  <c:v>1695</c:v>
                </c:pt>
                <c:pt idx="2">
                  <c:v>1675</c:v>
                </c:pt>
                <c:pt idx="3">
                  <c:v>901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4B4B5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21824" y="256032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21824" y="2560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v1.1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12648" y="18288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046220" y="2907792"/>
            <a:ext cx="4096512" cy="457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2461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기획한 의미 구조를 editable PowerPoint로 컴파일하는 presentation engine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3931920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 Planning · Deterministic Rendering · Preset Showcase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02412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00. 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볼 것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24128" y="2459736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만든 PPT가 왜 다시 손봐야 하는 산출물이 되는가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31792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4672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14672" y="2459736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4672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workflow가 내용을 구조화하는 방식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22336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5216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05216" y="2459736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05216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기간에 쌓은 compiler, skill, preset, example evidence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41248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4128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24128" y="4713732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4128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deck을 teal, vivid, modern preset으로 재생성하는 결과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31792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4672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14672" y="4713732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4672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showcase 자체가 public proof artifact가 되는 이유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It Exists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만든 deck도 구조가 없으면 다시 수작업이 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74520"/>
            <a:ext cx="1051560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일반적인 AI slide 생성은 빠르지만, 내용의 의미 구조와 편집 가능한 객체 경계가 쉽게 사라진다.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차트, 표, 아키텍처, 의사결정, 코드 예시는 모두 다른 표현 방식이 필요한데 bullet slide 하나로 눌리기 쉽다.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`ai-deck-compiler`는 AI가 고른 표현 결정을 `blueprint.yaml`에 남기고, renderer가 PowerPoint 객체로 재현한다.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명령, preview 이미지, tracked result files가 산출물을 반복 가능한 작업 단위로 만든다.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/ 18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CONTRAST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output이 아니라 구조화된 artifact를 남긴다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73152" cy="32918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AI-ONLY SLIDE DRAFT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36208" y="1874520"/>
            <a:ext cx="73152" cy="32918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DECK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결과물이 이미지나 느슨한 bullet 묶음으로 남기 쉽다.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요청을 다시 실행하면 layout과 강조 수준이 흔들릴 수 있다.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리뷰는 “보기 괜찮은가” 중심이라 수정 근거가 약하다.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코드·명령어·재생성 절차가 일반 문장처럼 섞인다.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7336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type, chart data, diagram node, notes가 YAML에 보존된다.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blueprint와 preset이면 같은 rendering 규칙으로 재생성된다.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validate, deck, preview, review loop가 품질 게이트가 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 block은 boxed monospace component로 분리해 보여준다.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20299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SEMANTIC PLANNING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내용을 그대로 옮기지 않고 표현 방식을 선택한다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20640" cy="43891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78408" y="1956816"/>
            <a:ext cx="7315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 TRANSLATION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41248" y="2423160"/>
            <a:ext cx="5120640" cy="658368"/>
          </a:xfrm>
          <a:prstGeom prst="rect">
            <a:avLst/>
          </a:prstGeom>
          <a:solidFill>
            <a:srgbClr val="F0F0F2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수치, 결정, 구조, 절차가 모두 비슷한 bullet로 평평해진다.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8988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슬라이드 제목은 주제 라벨이 되고 결론은 본문에 묻힌다.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41248" y="3739896"/>
            <a:ext cx="5120640" cy="658368"/>
          </a:xfrm>
          <a:prstGeom prst="rect">
            <a:avLst/>
          </a:prstGeom>
          <a:solidFill>
            <a:srgbClr val="F0F0F2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8988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차트나 diagram은 나중에 사람이 다시 설계해야 한다.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36208" y="1874520"/>
            <a:ext cx="5120640" cy="438912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3368" y="1956816"/>
            <a:ext cx="7315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6208" y="2423160"/>
            <a:ext cx="5120640" cy="658368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8484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숫자는 KPI/chart, 관계는 architecture, 순서는 flow로 승격한다.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8484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 title, callout, recommendation, takeaways가 강조 계층을 만든다.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36208" y="3739896"/>
            <a:ext cx="5120640" cy="658368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8484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renderer는 의미 필드를 읽어 editable PPTX 객체로 출력한다.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38988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repo지만 deck 생성에 필요한 핵심 블록을 갖췄다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947672"/>
            <a:ext cx="24231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84124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core, data, diagram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3872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38728" y="1947672"/>
            <a:ext cx="24231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872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59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53872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parser/render/snapshot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3872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620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36208" y="1947672"/>
            <a:ext cx="24231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623620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teal/vivid/modern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3620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93368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33688" y="1947672"/>
            <a:ext cx="24231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3368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5200" dirty="0"/>
          </a:p>
        </p:txBody>
      </p:sp>
      <p:sp>
        <p:nvSpPr>
          <p:cNvPr id="24" name="Text 22"/>
          <p:cNvSpPr/>
          <p:nvPr/>
        </p:nvSpPr>
        <p:spPr>
          <a:xfrm>
            <a:off x="893368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blueprint/PPTX/PDF/gallery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3368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 Files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EVIDENCE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집중적인 구현이 compiler와 workflow를 동시에 밀어 올렸다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EVIDENCE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제품은 코드, skill, 예제, 문서를 함께 갖춘다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It Works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planning과 deterministic rendering을 분리한다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7" name="Text 5"/>
          <p:cNvSpPr/>
          <p:nvPr/>
        </p:nvSpPr>
        <p:spPr>
          <a:xfrm>
            <a:off x="37978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narrative + schema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73030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DSL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73030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system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604248" y="4000500"/>
            <a:ext cx="9144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90556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shapes + charts + text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User Request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 Skill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blueprint.yaml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an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81288" y="370332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 + Registry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WORKFLOW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작성과 검토는 preview gate를 통과하며 반복된다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7" name="Text 5"/>
          <p:cNvSpPr/>
          <p:nvPr/>
        </p:nvSpPr>
        <p:spPr>
          <a:xfrm>
            <a:off x="37978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align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write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73030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H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6099048" y="5417820"/>
            <a:ext cx="3505200" cy="914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4" name="Text 12"/>
          <p:cNvSpPr/>
          <p:nvPr/>
        </p:nvSpPr>
        <p:spPr>
          <a:xfrm>
            <a:off x="7303008" y="52349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inspect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Brief or Source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Plan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 Draft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276088" y="5120640"/>
            <a:ext cx="1645920" cy="594360"/>
          </a:xfrm>
          <a:prstGeom prst="cloud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PNGs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781288" y="512064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Loop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/ 18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PRESETS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content, 세 가지 presentation tone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87452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Preset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Best fit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What this showcase proves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teal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AI-native technical briefing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차분한 executive tone과 callout bar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vivid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Product demo / feature showcase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강한 contrast와 vivid accent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modern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light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Business report / sharing doc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office-friendly light document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3일의 작업은 기능보다 workflow 완성에 집중됐다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3490265"/>
            <a:ext cx="10241280" cy="0"/>
          </a:xfrm>
          <a:prstGeom prst="line">
            <a:avLst/>
          </a:prstGeom>
          <a:noFill/>
          <a:ln w="25400">
            <a:solidFill>
              <a:srgbClr val="E0E7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055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25856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984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Engine baseline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984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schema, renderer, CLI, metadata, preview 기반을 만들었다.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9087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81888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3016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3016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create/review/export skills와 사용자·시스템 문서를 정렬했다.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5119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737920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048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Jun 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9048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Public proof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9048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presets, semantic planning, code block, showcase artifacts를 다듬었다.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81151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93952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75080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Release gate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5080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tool simulation과 repo settings로 public 전환을 준비한다.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DECISION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예제는 제품 자체를 증명해야 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Generic business sample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누구나 익숙한 주제로 읽기 쉽다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도메인 설명 부담이 낮다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05840" y="3118104"/>
            <a:ext cx="4837176" cy="0"/>
          </a:xfrm>
          <a:prstGeom prst="line">
            <a:avLst/>
          </a:prstGeom>
          <a:noFill/>
          <a:ln w="12700">
            <a:solidFill>
              <a:srgbClr val="E0E7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이 repo가 왜 필요한지 첫 화면에서 충분히 말하지 못한다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59359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preset, slide type, code block, workflow 증거가 분산된다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048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proof showcase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제품 메시지와 산출물 품질을 같은 deck에서 보여준다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chart, architecture, code block, preset 비교가 맥락 안에 놓인다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118104"/>
            <a:ext cx="4837176" cy="0"/>
          </a:xfrm>
          <a:prstGeom prst="line">
            <a:avLst/>
          </a:prstGeom>
          <a:noFill/>
          <a:ln w="12700">
            <a:solidFill>
              <a:srgbClr val="E0E7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content 품질 기준이 일반 sample보다 높아진다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41248" y="5623560"/>
            <a:ext cx="10515600" cy="502920"/>
          </a:xfrm>
          <a:prstGeom prst="roundRect">
            <a:avLst>
              <a:gd name="adj" fmla="val 14545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562356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► examples/results는 generic sample이 아니라 ai-deck-compiler 자체를 설명하는 product proof artifact로 둔다.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TAKEAWAYS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deck은 제품 설명이자 출력 품질 검증이다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74520"/>
            <a:ext cx="6099048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발표 목적, 청중, source를 읽고 slide type과 강조 계층을 결정한다.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Compiler는 blueprint와 preset token을 읽어 chart, table, diagram, code block을 PowerPoint 객체로 만든다.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Preview와 review loop는 “생성됨”에서 멈추지 않고 사람이 품질을 확인하는 단계로 만든다.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14616" y="1874520"/>
            <a:ext cx="4005072" cy="4251960"/>
          </a:xfrm>
          <a:prstGeom prst="roundRect">
            <a:avLst>
              <a:gd name="adj" fmla="val 2283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14616" y="1874520"/>
            <a:ext cx="4005072" cy="45720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14616" y="1874520"/>
            <a:ext cx="4005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26680" y="242316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요청은 검증 가능한 `blueprint.yaml`로 남는다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26680" y="324612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구조를 teal, vivid, modern preset으로 재생성할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26680" y="406908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showcase deck 자체가 public release 전 proof artifact가 된다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8412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Regeneration commands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10515600" cy="1737360"/>
          </a:xfrm>
          <a:prstGeom prst="roundRect">
            <a:avLst>
              <a:gd name="adj" fmla="val 3158"/>
            </a:avLst>
          </a:prstGeom>
          <a:solidFill>
            <a:srgbClr val="EEF2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29384"/>
            <a:ext cx="102595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BASH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69264" y="2203704"/>
            <a:ext cx="1025956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BP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blueprint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pptx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blueprint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"$BP"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deck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blueprint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"$BP"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"$OUT"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"$OUT"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"$PDF"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"$OUT"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dpi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" y="3758184"/>
            <a:ext cx="10515600" cy="666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vivid/modern 결과물은 같은 명령에서 파일명과 `--out` 경로만 바꿔 재생성한다.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slide는 최근 추가한 fenced code box와 syntax highlighting을 실제 showcase 안에서 보여준다.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2194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 showcase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12648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From prompt to proof artifact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1321308" y="3703320"/>
            <a:ext cx="9546336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95935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만든 초안을 넘어, 재생성 가능하고 편집 가능한 presentation system으로 남긴다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ai-deck-compiler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ai-deck-compiler Showcase</dc:title>
  <dc:subject>ai-deck-compiler Showcase — Product, Engineering, and AI Workflow Leads</dc:subject>
  <dc:creator>ai-deck-compiler</dc:creator>
  <cp:lastModifiedBy>ai-deck-compiler</cp:lastModifiedBy>
  <cp:revision>1</cp:revision>
  <dcterms:created xsi:type="dcterms:W3CDTF">2026-06-01T23:33:24Z</dcterms:created>
  <dcterms:modified xsi:type="dcterms:W3CDTF">2026-06-01T23:33:24Z</dcterms:modified>
</cp:coreProperties>
</file>