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46E5"/>
            </a:solidFill>
            <a:ln w="25400" cap="flat">
              <a:solidFill>
                <a:srgbClr val="4F46E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46E5"/>
              </a:solidFill>
              <a:ln w="9525" cap="flat">
                <a:solidFill>
                  <a:srgbClr val="4F46E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69848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47032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29912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9912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07096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97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9976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9976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86968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69848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47032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991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29912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9912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109728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49240" cy="438912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1956816"/>
            <a:ext cx="73152" cy="2743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53492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6128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6128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" y="3739896"/>
            <a:ext cx="53492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349240" cy="438912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3492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3492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1264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2442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442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442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42442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442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4798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47988" y="1947672"/>
            <a:ext cx="25374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4798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904798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4798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216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792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792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756648" y="400050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208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370332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 flipH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5417820"/>
            <a:ext cx="36576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33688" y="512064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118104"/>
            <a:ext cx="50657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50657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562356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56235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6364224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1192" y="1874520"/>
            <a:ext cx="4197096" cy="4251960"/>
          </a:xfrm>
          <a:prstGeom prst="roundRect">
            <a:avLst>
              <a:gd name="adj" fmla="val 217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51192" y="1874520"/>
            <a:ext cx="4197096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51192" y="1874520"/>
            <a:ext cx="4197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63256" y="242316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63256" y="324612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63256" y="406908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EEF2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2026-06-01T04:08:22Z</dcterms:created>
  <dcterms:modified xsi:type="dcterms:W3CDTF">2026-06-01T04:08:22Z</dcterms:modified>
</cp:coreProperties>
</file>