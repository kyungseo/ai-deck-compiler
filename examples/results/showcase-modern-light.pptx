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 by day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4B4B5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46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33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4B4B5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Cleanup load index</c:v>
                </c:pt>
              </c:strCache>
            </c:strRef>
          </c:tx>
          <c:spPr>
            <a:solidFill>
              <a:srgbClr val="4F46E5"/>
            </a:solidFill>
            <a:ln w="25400" cap="flat">
              <a:solidFill>
                <a:srgbClr val="4F46E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4B4B5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46E5"/>
              </a:solidFill>
              <a:ln w="9525" cap="flat">
                <a:solidFill>
                  <a:srgbClr val="4F46E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Draft</c:v>
                  </c:pt>
                  <c:pt idx="1">
                    <c:v>Review</c:v>
                  </c:pt>
                  <c:pt idx="2">
                    <c:v>Preview</c:v>
                  </c:pt>
                  <c:pt idx="3">
                    <c:v>Final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64</c:v>
                </c:pt>
                <c:pt idx="2">
                  <c:v>38</c:v>
                </c:pt>
                <c:pt idx="3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4B4B5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자연어를 의미 기반 blueprint로 바꾸고, editable PPTX로 컴파일한다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Editable PowerPoint · Preset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69848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bullet deck 생성만으로는 부족한가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47032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991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29912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9912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ai-deck-compiler가 blueprint 품질을 다루는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07096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997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89976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9976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slide type과 preset 결과물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86968" y="4128516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984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69848" y="4713732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4841748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workflow와 검증 루프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47032" y="4128516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991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29912" y="4713732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9912" y="4841748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showcase 결과물이 갖춰야 할 기준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Deck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PRINCIPLE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결과물은 편집 가능한 구조다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874520"/>
            <a:ext cx="109728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narrative spine과 slide plan으로 먼저 정리된다.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구조, 결정, 요약은 각각 KPI, chart, architecture, decision, summary로 승격된다.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이미지가 아니라 텍스트, 표, 차트, 도형으로 편집 가능한 PowerPoint다.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Bullet-first와 Blueprint-first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874520"/>
            <a:ext cx="73152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 DECK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2377440"/>
            <a:ext cx="53492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내용을 비슷한 bullet slide로 압축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chart와 architecture가 수동 후처리로 밀림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디자인과 구조가 prompt마다 흔들림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기준이 주관적 시각 확인에 머무름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3492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내용의 성격에 맞는 slide type을 먼저 선택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schema가 chart, table, diagram data를 보존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token으로 일관된 visual system 적용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 루프로 검증 가능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의미에 맞는 표현을 고른다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874520"/>
            <a:ext cx="5349240" cy="438912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1956816"/>
            <a:ext cx="73152" cy="2743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7452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입력만 보는 방식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12648" y="2423160"/>
            <a:ext cx="5349240" cy="658368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551176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61288" y="24231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“요약해줘”를 여러 bullet로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9808" y="3209544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61288" y="308152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문장을 모두 같은 레벨로 표시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2648" y="3739896"/>
            <a:ext cx="5349240" cy="658368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67912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" y="373989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수치와 흐름을 텍스트에 묻어둠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349240" cy="438912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의미를 보는 방식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349240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KPI와 chart로 승격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문장은 recommendation으로 분리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349240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관계는 architecture로 구조화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자료의 기본 블록을 지원한다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947672"/>
            <a:ext cx="25374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1264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P1 + P2 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2442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4428" y="1947672"/>
            <a:ext cx="25374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442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42442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442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5374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04798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47988" y="1947672"/>
            <a:ext cx="25374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4798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904798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tracked PPTX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4798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Sets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9202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6642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BUILD HISTORY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이력은 빠르게 누적됐다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12648" y="1874520"/>
          <a:ext cx="109728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QUALITY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구조화는 후처리 부담을 줄인다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12648" y="1874520"/>
          <a:ext cx="109728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Planning과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441448" y="2583180"/>
            <a:ext cx="36576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216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6576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792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792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756648" y="400050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208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33688" y="370332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검토를 하나의 루프로 묶는다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441448" y="2583180"/>
            <a:ext cx="36576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7" name="Shape 5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6099048" y="4000500"/>
            <a:ext cx="36576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 flipH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6099048" y="5417820"/>
            <a:ext cx="36576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 flipH="1" flipV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33688" y="512064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다른 톤으로 바꾼다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87452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case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workflow 기본 추천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technical executive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데모와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accent와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보고와 공유 문서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밝고 보수적인 office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주기로 품질을 쌓았다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E0E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schema, renderer, CLI, metadata 기반 구축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expansion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skills, examples, architecture slide 강화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teal/vivid/modern, results tracking, semantic planning 강화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results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소개 deck을 examples/results 대표 산출물로 승격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산출물은 제품을 보여줘야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87452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8745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1874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일반적인 비즈니스 deck처럼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77977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지식 없이 빠르게 이해된다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118104"/>
            <a:ext cx="5065776" cy="0"/>
          </a:xfrm>
          <a:prstGeom prst="line">
            <a:avLst/>
          </a:prstGeom>
          <a:noFill/>
          <a:ln w="12700">
            <a:solidFill>
              <a:srgbClr val="E0E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5526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제품의 실제 강점을 직접 보여주기 어렵다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359359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preset과 slide type coverage가 약하게 드러난다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첫 화면에서 제품 가치를 바로 설명한다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preset 차이와 slide type coverage를 함께 보여준다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5065776" cy="0"/>
          </a:xfrm>
          <a:prstGeom prst="line">
            <a:avLst/>
          </a:prstGeom>
          <a:noFill/>
          <a:ln w="12700">
            <a:solidFill>
              <a:srgbClr val="E0E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예제 자체의 메시지 설계가 더 중요해진다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" y="562356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56235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대표 산출물은 제품 자체의 작성 경험과 결과 품질을 보여주는 showcase deck으로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판단과 안정적 출력의 결합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874520"/>
            <a:ext cx="6364224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source를 읽고 slide type, component, emphasis를 선택한다.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기반으로 재현 가능한 PPTX를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loop가 deck 품질을 사람이 확인할 수 있는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51192" y="1874520"/>
            <a:ext cx="4197096" cy="4251960"/>
          </a:xfrm>
          <a:prstGeom prst="roundRect">
            <a:avLst>
              <a:gd name="adj" fmla="val 217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51192" y="1874520"/>
            <a:ext cx="4197096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51192" y="1874520"/>
            <a:ext cx="4197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52360" y="272491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52360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63256" y="242316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요청을 편집 가능한 PowerPoint 구조로 바꾼다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52360" y="354787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63256" y="324612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blueprint를 여러 preset으로 재사용할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52360" y="437083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63256" y="406908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examples/results는 제품 기능을 보여주는 살아있는 showcase가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10698480" cy="1920240"/>
          </a:xfrm>
          <a:prstGeom prst="roundRect">
            <a:avLst>
              <a:gd name="adj" fmla="val 2857"/>
            </a:avLst>
          </a:prstGeom>
          <a:solidFill>
            <a:srgbClr val="EEF2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7452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examples/results/showcase-teal-dark.blueprint.yaml --output examples/results/showcase-teal-dark.pptx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examples/results/showcase-vivid-dark.blueprint.yaml --output examples/results/showcase-vivid-dark.pptx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examples/results/showcase-modern-light.blueprint.yaml --output examples/results/showcase-modern-light.pptx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preview -- examples/results/showcase-teal-dark.pptx --out temp/showcase-teal-preview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3995928"/>
            <a:ext cx="10972800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vivid/modern: 같은 명령에서 파일명과 --out 경로만 vivid 또는 modern으로 바꾼다.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Decks as structured artifacts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Prompt로 시작해도 결과는 검증 가능한 blueprint와 editable PPTX로 남는다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2026-06-01T04:05:17Z</dcterms:created>
  <dcterms:modified xsi:type="dcterms:W3CDTF">2026-06-01T04:05:17Z</dcterms:modified>
</cp:coreProperties>
</file>