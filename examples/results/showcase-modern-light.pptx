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Non-merge commits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46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24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Local LOC</c:v>
                </c:pt>
              </c:strCache>
            </c:strRef>
          </c:tx>
          <c:spPr>
            <a:solidFill>
              <a:srgbClr val="4F46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4B4B5A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F46E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Engine src</c:v>
                  </c:pt>
                  <c:pt idx="1">
                    <c:v>AI skills</c:v>
                  </c:pt>
                  <c:pt idx="2">
                    <c:v>Examples</c:v>
                  </c:pt>
                  <c:pt idx="3">
                    <c:v>Tests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4725</c:v>
                </c:pt>
                <c:pt idx="1">
                  <c:v>1695</c:v>
                </c:pt>
                <c:pt idx="2">
                  <c:v>1675</c:v>
                </c:pt>
                <c:pt idx="3">
                  <c:v>901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4B4B5A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기획한 의미 구조를 editable PowerPoint로 컴파일하는 presentation engine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Deterministic Rendering · Preset Showcase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PPT가 왜 다시 손봐야 하는 산출물이 되는가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workflow가 내용을 구조화하는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기간에 쌓은 compiler, skill, preset, example evidence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deck을 teal, vivid, modern preset으로 재생성하는 결과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showcase 자체가 public proof artifact가 되는 이유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It Exists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deck도 구조가 없으면 다시 수작업이 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AI slide 생성은 빠르지만, 내용의 의미 구조와 편집 가능한 객체 경계가 쉽게 사라진다.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차트, 표, 아키텍처, 의사결정, 코드 예시는 모두 다른 표현 방식이 필요한데 bullet slide 하나로 눌리기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`ai-deck-compiler`는 AI가 고른 표현 결정을 `blueprint.yaml`에 남기고, renderer가 PowerPoint 객체로 재현한다.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명령, preview 이미지, tracked result files가 산출물을 반복 가능한 작업 단위로 만든다.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18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output이 아니라 구조화된 artifact를 남긴다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AI-ONLY SLIDE DRAFT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결과물이 이미지나 느슨한 bullet 묶음으로 남기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요청을 다시 실행하면 layout과 강조 수준이 흔들릴 수 있다.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리뷰는 “보기 괜찮은가” 중심이라 수정 근거가 약하다.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코드·명령어·재생성 절차가 일반 문장처럼 섞인다.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type, chart data, diagram node, notes가 YAML에 보존된다.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blueprint와 preset이면 같은 rendering 규칙으로 재생성된다.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preview, review loop가 품질 게이트가 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block은 boxed monospace component로 분리해 보여준다.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20299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SEMANTIC PLANNING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그대로 옮기지 않고 표현 방식을 선택한다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 TRANSLATION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결정, 구조, 절차가 모두 비슷한 bullet로 평평해진다.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 제목은 주제 라벨이 되고 결론은 본문에 묻힌다.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F0F0F2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차트나 diagram은 나중에 사람이 다시 설계해야 한다.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KPI/chart, 관계는 architecture, 순서는 flow로 승격한다.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title, callout, recommendation, takeaways가 강조 계층을 만든다.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EEF2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renderer는 의미 필드를 읽어 editable PPTX 객체로 출력한다.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repo지만 deck 생성에 필요한 핵심 블록을 갖췄다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core, data, diagram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blueprint/PPTX/PDF/gallery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Files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집중적인 구현이 compiler와 workflow를 동시에 밀어 올렸다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제품은 코드, skill, 예제, 문서를 함께 갖춘다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planning과 deterministic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narrative + schema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DSL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system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shapes + charts + text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Skill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+ Registry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검토는 preview gate를 통과하며 반복된다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4" name="Text 12"/>
          <p:cNvSpPr/>
          <p:nvPr/>
        </p:nvSpPr>
        <p:spPr>
          <a:xfrm>
            <a:off x="7303008" y="52349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 or Source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Draft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PNGs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A5B4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30A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content, 세 가지 presentation tone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Best fit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What this showcase proves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AI-native technical briefing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executive tone과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Product demo /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contrast와 vivid accent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report / sharing doc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B4B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office-friendly light document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7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3일의 작업은 기능보다 workflow 완성에 집중됐다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E0E7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Engine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schema, renderer, CLI, metadata, preview 기반을 만들었다.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skills와 사용자·시스템 문서를 정렬했다.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 proof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presets, semantic planning, code block, showcase artifacts를 다듬었다.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Release gate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tool simulation과 repo settings로 public 전환을 준비한다.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예제는 제품 자체를 증명해야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business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누구나 익숙한 주제로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설명 부담이 낮다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이 repo가 왜 필요한지 첫 화면에서 충분히 말하지 못한다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preset, slide type, code block, workflow 증거가 분산된다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proof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제품 메시지와 산출물 품질을 같은 deck에서 보여준다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chart, architecture, code block, preset 비교가 맥락 안에 놓인다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E0E7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content 품질 기준이 일반 sample보다 높아진다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examples/results는 generic sample이 아니라 ai-deck-compiler 자체를 설명하는 product proof artifact로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deck은 제품 설명이자 출력 품질 검증이다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발표 목적, 청중, source를 읽고 slide type과 강조 계층을 결정한다.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읽어 chart, table, diagram, code block을 PowerPoint 객체로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B4B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loop는 “생성됨”에서 멈추지 않고 사람이 품질을 확인하는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검증 가능한 `blueprint.yaml`로 남는다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teal, vivid, modern preset으로 재생성할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deck 자체가 public release 전 proof artifact가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10515600" cy="1737360"/>
          </a:xfrm>
          <a:prstGeom prst="roundRect">
            <a:avLst>
              <a:gd name="adj" fmla="val 3158"/>
            </a:avLst>
          </a:prstGeom>
          <a:solidFill>
            <a:srgbClr val="EEF2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29384"/>
            <a:ext cx="102595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9264" y="2203704"/>
            <a:ext cx="10259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deck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"$PDF"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dpi</a:t>
            </a:r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3758184"/>
            <a:ext cx="10515600" cy="666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vivid/modern 결과물은 같은 명령에서 파일명과 `--out` 경로만 바꿔 재생성한다.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slide는 최근 추가한 fenced code box와 syntax highlighting을 실제 showcase 안에서 보여준다.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9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proof artifact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초안을 넘어, 재생성 가능하고 편집 가능한 presentation system으로 남긴다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2026-06-01T14:11:29Z</dcterms:created>
  <dcterms:modified xsi:type="dcterms:W3CDTF">2026-06-01T14:11:29Z</dcterms:modified>
</cp:coreProperties>
</file>