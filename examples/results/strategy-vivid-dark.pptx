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Product Strategy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06140" y="2907792"/>
            <a:ext cx="5376672" cy="4572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선택과 집중, 차별화, 지속 가능한 성장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· Engineering ·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(Kyungseo.Park@gmail.com)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200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9848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현황과 Adoption Signal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7032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91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29912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전략 우선순위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7096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997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9976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976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과제와 실행 순서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9848" y="4713732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인력 배분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7032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991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29912" y="4713732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9912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의사결정 사항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109728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AI-native tooling이 developer workflow를 빠르게 재편하고 있으며, 현재 onboarding 모델이 이 속도를 따라가지 못하고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경쟁사와의 feature gap은 빠르게 좁혀지고 있어, 차별화 포인트는 workflow depth와 신뢰로 이동해야 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수요가 본격화되고 있으며, compliance, SSO, audit logging은 이제 기본 요건이다.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전환율은 정체 상태이며, onboarding friction이 가장 큰 conversion blocker로 확인됐다.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기반 워크플로우 자동화가 mainstream으로 진입하면서 productivity tool 시장이 빠르게 재편되고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SaaS pricing model이 seat-based에서 usage-based로 전환되는 흐름이 가속화되고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263640"/>
            <a:ext cx="12188952" cy="31089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2636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2026년은 파트너십으로 진입하고, 2027년 내재화를 재검토한다.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Position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47672"/>
            <a:ext cx="25374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1264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+42% YoY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442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4428" y="1947672"/>
            <a:ext cx="25374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442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2442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+31% YoY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442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5374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-1.1% vs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Conversion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798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7988" y="1947672"/>
            <a:ext cx="25374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798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04798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+3% YoY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4798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Decision — Build vs. Partner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In-House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Roadmap과 pricing에 대한 완전한 통제권 확보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기존 data model과 깊은 통합 가능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Revenue share 없음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456432"/>
            <a:ext cx="5065776" cy="0"/>
          </a:xfrm>
          <a:prstGeom prst="line">
            <a:avLst/>
          </a:prstGeom>
          <a:noFill/>
          <a:ln w="12700">
            <a:solidFill>
              <a:srgbClr val="2A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Feature parity까지 6–9개월 소요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Senior security engineer 2명 추가 필요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048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Partner with Vendor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8주 내 production-ready 상태 달성 가능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SOC 2 certification 유지를 벤더가 담당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118104"/>
            <a:ext cx="5065776" cy="0"/>
          </a:xfrm>
          <a:prstGeom prst="line">
            <a:avLst/>
          </a:prstGeom>
          <a:noFill/>
          <a:ln w="12700">
            <a:solidFill>
              <a:srgbClr val="2A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Revenue share 발생 (예상 12–15%)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Vendor roadmap 의존성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" y="56235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2026년은 파트너십으로 진입하고, 2027년 내재화 여부를 재검토한다.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7498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Priorities — 2026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636422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Roadmap을 세 가지 핵심 과제로 집중한다: onboarding 개선, enterprise readiness, workflow depth.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deal blocker는 partner-first compliance path로 먼저 해소하고, 2027년 내재화 옵션을 유지한다.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리뷰 지표는 activation, conversion, expansion 세 가지로 단순화한다.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역량과 시장 속도를 고려한 현실적인 12개월 실행 계획을 수립한다.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1192" y="1874520"/>
            <a:ext cx="4197096" cy="4251960"/>
          </a:xfrm>
          <a:prstGeom prst="roundRect">
            <a:avLst>
              <a:gd name="adj" fmla="val 2179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51192" y="1874520"/>
            <a:ext cx="4197096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874520"/>
            <a:ext cx="4197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63256" y="242316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onboarding 개선으로 전환 성장의 병목을 제거한다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63256" y="324612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 partnership으로 Enterprise deal blocker를 해소하고 tier를 가속화한다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63256" y="406908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개의 과제보다 세 개의 깊은 과제에 집중한다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63256" y="489204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Usage-based pricing 전환 로드맵을 수립하고 장기 경쟁력을 확보한다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Product Strategy</dc:title>
  <dc:subject>2026 Product Strategy — Executive Team</dc:subject>
  <dc:creator>ai-deck-compiler (Kyungseo.Park@gmail.com)</dc:creator>
  <cp:lastModifiedBy>ai-deck-compiler (Kyungseo.Park@gmail.com)</cp:lastModifiedBy>
  <cp:revision>1</cp:revision>
  <dcterms:created xsi:type="dcterms:W3CDTF">2026-06-01T00:01:03Z</dcterms:created>
  <dcterms:modified xsi:type="dcterms:W3CDTF">2026-06-01T00:01:03Z</dcterms:modified>
</cp:coreProperties>
</file>